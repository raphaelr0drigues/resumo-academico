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600000"/>
            <a:ext cx="4500000" cy="1600000"/>
          </a:xfrm>
        </p:spPr>
        <p:txBody>
          <a:bodyPr anchor="t"/>
          <a:lstStyle/>
          <a:p>
            <a:pPr algn="l"/>
            <a:r>
              <a:rPr lang="pt-BR" sz="2400" b="1" dirty="0">
                <a:solidFill>
                  <a:srgbClr val="153553"/>
                </a:solidFill>
                <a:latin typeface="Verdana" pitchFamily="34" charset="0"/>
              </a:rPr>
              <a:t>Sustentabilidade na Nuvem Corporativa: Energia, Código e Impactos Ambientais</a:t>
            </a:r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" y="2300000"/>
            <a:ext cx="4500000" cy="1000000"/>
          </a:xfrm>
        </p:spPr>
        <p:txBody>
          <a:bodyPr anchor="t"/>
          <a:lstStyle/>
          <a:p>
            <a:pPr algn="l"/>
            <a:r>
              <a:rPr lang="pt-BR" sz="1400" dirty="0">
                <a:solidFill>
                  <a:srgbClr val="153553"/>
                </a:solidFill>
                <a:latin typeface="Verdana" pitchFamily="34" charset="0"/>
              </a:rPr>
              <a:t>ENCIBRAC 2026.1 | Análise e Desenvolvimento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6500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Sustentabilidade na Nuvem Corporativa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Felipe Ryan Ribeiro Oliveira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Gabriel de Aquino Ninas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Raphael Henrique Rodrigues da Silva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000" y="6026521"/>
            <a:ext cx="3400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1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Computação em Nuvem • Eficiência Energética • TI Verde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Problemática 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Nuvem em expansão: mais consumo de energia e mais impacto ambiental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Otimizar só o hardware (PUE) tem limite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Que estratégias tornam a nuvem corporativa mais sustentável?</a:t>
            </a:r>
          </a:p>
          <a:p>
            <a:pPr marL="285750" indent="-285750">
              <a:spcBef>
                <a:spcPts val="900"/>
              </a:spcBef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Justificativa 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Data centers sustentam a economia digital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Pegada de carbono e gasto de recursos naturais seguem crescendo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 geral 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Identificar os principais problemas ambientais dos data centers corporativos e as ações adotadas para enfrentá-los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Objetivos específicos 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Comparar energia limpa, IA na gestão térmica e </a:t>
            </a:r>
            <a:r>
              <a:rPr lang="pt-BR" sz="1400" i="1" dirty="0">
                <a:latin typeface="Verdana" pitchFamily="34" charset="0"/>
                <a:ea typeface="Verdana" pitchFamily="34" charset="0"/>
              </a:rPr>
              <a:t>Green Coding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Analisar os impactos sobre água e lixo eletrônico</a:t>
            </a:r>
          </a:p>
          <a:p>
            <a:pPr marL="4000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Apontar lacunas para data centers de médio porte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Revisão de literatura, de abordagem qualitativa e exploratória.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Recorte: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publicações de 2024 a 2026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Corpus: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três textos selecionados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Critérios: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energia, IA nas instalações e medição do impacto ambiental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Análise: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fichamentos e matriz comparativa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Limite do hardware: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melhorar só as máquinas já não basta (Silva, 2026; Kumar et al., 2024)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Energia limpa: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solar e eólica fora das instalações, liderada pelos </a:t>
            </a:r>
            <a:r>
              <a:rPr lang="pt-BR" sz="1400" i="1" dirty="0">
                <a:latin typeface="Verdana" pitchFamily="34" charset="0"/>
                <a:ea typeface="Verdana" pitchFamily="34" charset="0"/>
              </a:rPr>
              <a:t>hyperscalers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(Silva, 2026)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IA na temperatura: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até 40% menos energia no resfriamento, em simulação (Kumar et al., 2024)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Automação interna: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espaço para ganhos de curto prazo (Kumar et al., 2024)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Green Coding: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código mais leve poupa energia na origem (Marques e Lima, 2025)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Água: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o resfriamento líquido consome muita água das cidades (Marques e Lima, 2025)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Reúso: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água não potável como alternativa (Marques e Lima, 2025)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Lixo eletrônico: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código eficiente prolonga a vida útil dos servidores (Marques e Lima, 2025)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Leitura conjunta: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energia limpa + IA + código bem escrito (Silva; Kumar et al.; Marques e Lima)</a:t>
            </a:r>
          </a:p>
          <a:p>
            <a:pPr marL="285750" indent="-28575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Lacuna: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estudos focam grandes empresas; faltam modelos para data centers médios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Nuvem sustentável vai além de poupar eletricidade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Combinar energia limpa, IA na gestão dos servidores, reúso de água e </a:t>
            </a:r>
            <a:r>
              <a:rPr lang="pt-BR" sz="1400" i="1" dirty="0">
                <a:latin typeface="Verdana" pitchFamily="34" charset="0"/>
                <a:ea typeface="Verdana" pitchFamily="34" charset="0"/>
              </a:rPr>
              <a:t>Green Coding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Infraestrutura, software e recursos pensados juntos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Limitações: só três textos, recorte 2024–2026 e resultado de 40% vindo de simulação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Próximos passos: testar em data centers menores, em operação real, e criar normas e padrões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KUMAR, R. et al. Sustainability in Cloud Computing: Energy Efficiency and Green Data Centers.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Computer Fraud and Security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28, n. 4, p. 40-52, 2024.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MARQUES, C.; LIMA, F. Os impactos do mundo digital no ambiente: computação verde além da energia.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Revista Pesquisa Fapesp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São Paulo, ed. 340, p. 25-32, 2025.</a:t>
            </a:r>
          </a:p>
          <a:p>
            <a:pPr marL="171450" indent="-171450">
              <a:spcBef>
                <a:spcPts val="900"/>
              </a:spcBef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SILVA, A. Como a sustentabilidade está redesenhando os data centers.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Revista 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São Paulo, v. 14, n. 2, p. 10-15,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800" i="1" dirty="0">
                <a:solidFill>
                  <a:schemeClr val="bg1"/>
                </a:solidFill>
                <a:latin typeface="Verdana" panose="020B0604030504040204" pitchFamily="34" charset="0"/>
              </a:rPr>
              <a:t>“Uma nuvem sustentável combina infraestrutura, software e gestão de recursos.”</a:t>
            </a:r>
          </a:p>
          <a:p>
            <a:pPr algn="ctr">
              <a:spcBef>
                <a:spcPct val="50000"/>
              </a:spcBef>
            </a:pPr>
            <a:r>
              <a:rPr lang="pt-BR" altLang="pt-BR" sz="2800" i="1" dirty="0">
                <a:solidFill>
                  <a:schemeClr val="bg1"/>
                </a:solidFill>
                <a:latin typeface="Verdana" panose="020B0604030504040204" pitchFamily="34" charset="0"/>
              </a:rPr>
              <a:t>Obrigado!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579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Sustentabilidade na Nuvem Corporativa: Energia, Código e Impactos Ambientais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GABRIEL</cp:lastModifiedBy>
  <cp:revision>22</cp:revision>
  <dcterms:created xsi:type="dcterms:W3CDTF">2021-05-14T17:32:15Z</dcterms:created>
  <dcterms:modified xsi:type="dcterms:W3CDTF">2026-10-08T23:24:09Z</dcterms:modified>
</cp:coreProperties>
</file>